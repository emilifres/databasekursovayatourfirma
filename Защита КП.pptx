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3" r:id="rId5"/>
    <p:sldId id="265" r:id="rId6"/>
    <p:sldId id="264" r:id="rId7"/>
    <p:sldId id="269" r:id="rId8"/>
    <p:sldId id="271" r:id="rId9"/>
    <p:sldId id="270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D3716-81D6-40F0-80C4-68C766DCE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812ACF-28C9-4744-92DA-D86040562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E81514-B5C3-4D2F-A8DB-D38FCF330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585685-5353-414A-BCA2-B247D170E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221B59-C916-418A-924E-6ED23FE2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94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E940A-F19B-44A3-9B30-F96F3F4A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41F7BC-9676-4118-B5F2-033F3FBE7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59C518-2F47-4A59-A56D-8E27EBFB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8BCB73-4A06-43BE-907B-210D5FA8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D9ED60-6269-461D-B5F8-CB1479D1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99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A452AA-B760-4C84-9276-16588BE6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EE7B81-1B6F-484D-B62B-E6276227D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909E47-6C96-4497-A1AE-BA6B8686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F1D499-5668-4E95-9DA4-1C78C294E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A1BF37-661C-489A-9D85-71B367C4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6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290848-C81C-4058-8C4B-8BC94F16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D2783F-80B6-4A53-B2AA-E26A0438B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17F4A4-4E17-482F-AB38-8F37CD796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C57CE6-6220-4603-9A95-9210DD5F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B08329-9123-4213-BDB9-B9D5BA6A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FD482A-0385-416D-86A8-CB568A63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84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BA773D-015D-4290-8FC7-D175365A2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673532-A2CE-4245-B1B5-E2A849D90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497FC3-0FF7-422E-A037-4BEA976B6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8101180-1E64-4AC6-9488-8EDBB46A3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B776EC-9DD0-4D88-82A6-6A4FE7CA7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146849E-8F48-41E6-8A07-E006BCB6F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881F07-4EFD-4E68-8699-6534258D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3C7C98-891B-4ECE-8582-58841A0B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00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4E23E-9572-4682-84D3-8223CED6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1D3BD9-3088-4E67-9442-15159082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957F2A-7DCD-40D1-8655-E009F4D3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92402D-38D6-4E06-B088-BE91E453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33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284558F-0B61-4D21-8E26-D7F8CBEC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7B33504-5077-43A3-8FBC-048B0B98A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D09F0C-FF34-482D-8F30-3419A542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74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63852C-A656-4B34-9F72-AE7E6CB96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BC1D22-84FB-43F0-933D-65CC7D88E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1D60CD-BDF8-4C72-8199-5119551AC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5F9F94-D14A-46E9-91C8-52BA9D555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507D8E-FB7D-4F9C-A670-8DAD2BAA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05D294-F41A-4A5F-8247-189C599C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6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958D2-DA15-4260-93FD-5FE08F66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45A4F3D-BCB8-4986-B953-872184089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12F02A-1BED-4B23-B7D4-6225437AA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AEBC44-8D62-4232-94C8-96C1748A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08791F-C0D4-4A40-A333-7BE29D63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BE4C1C-E825-4592-A475-FF64A98AC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86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4E6834-580A-45A2-ACDB-6A7EAA27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208109-521A-4C18-868F-4D12D4041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14D1C8-6820-45E4-9C49-DEE9AADD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E57774-D53B-4745-A364-AA458907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D15ED9-AF90-4630-B6D1-4A3CC80CA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8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DA0687B-43CA-4402-A73A-8F37EDE2A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C6BFDD2-09B8-4752-8922-FD58DA5D8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64D32B-1D8A-48F6-8D26-36C82911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5C304C-4612-47D7-81E4-40943E3D1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BB6152-2B9B-4FB7-8E1B-BD9FCC4D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58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E1247-C236-48AA-976C-C8F36D194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C3D586-6EB4-4B75-AD6C-224671E2E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344323-1326-49DA-A4E5-0F4E0DEB9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6A5F9-199B-4DA3-AAED-3B13DA2663CF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4A7A8-7CD6-469D-B6A6-A2C1BC037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B59B7F-4983-40A6-B4A1-9D22D8945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8B69F-1272-45FD-A7F5-A3F25B4DB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04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E8B29-4DE9-422B-860D-412679A68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2514599"/>
            <a:ext cx="11445240" cy="2477454"/>
          </a:xfrm>
        </p:spPr>
        <p:txBody>
          <a:bodyPr>
            <a:normAutofit/>
          </a:bodyPr>
          <a:lstStyle/>
          <a:p>
            <a:r>
              <a:rPr lang="ru-RU" sz="6600" b="1" i="1" dirty="0">
                <a:latin typeface="ISOCPEUR" panose="020B0604020202020204" pitchFamily="34" charset="0"/>
              </a:rPr>
              <a:t>КУРСОВОЙ ПРОЕКТ</a:t>
            </a:r>
            <a:br>
              <a:rPr lang="ru-RU" dirty="0">
                <a:latin typeface="ISOCPEUR" panose="020B0604020202020204" pitchFamily="34" charset="0"/>
              </a:rPr>
            </a:br>
            <a:r>
              <a:rPr lang="ru-RU" sz="5300" i="1" dirty="0">
                <a:latin typeface="ISOCPEUR" panose="020B0604020202020204" pitchFamily="34" charset="0"/>
              </a:rPr>
              <a:t>Разработка базы данных</a:t>
            </a:r>
            <a:br>
              <a:rPr lang="ru-RU" sz="5300" i="1" dirty="0">
                <a:latin typeface="ISOCPEUR" panose="020B0604020202020204" pitchFamily="34" charset="0"/>
              </a:rPr>
            </a:br>
            <a:r>
              <a:rPr lang="ru-RU" sz="5300" i="1" dirty="0">
                <a:latin typeface="ISOCPEUR" panose="020B0604020202020204" pitchFamily="34" charset="0"/>
              </a:rPr>
              <a:t>«Турфирма»</a:t>
            </a:r>
            <a:endParaRPr lang="ru-RU" sz="5300" dirty="0">
              <a:latin typeface="ISOCPEUR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F2B9D9-0E1E-4571-9630-516E091AC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0940" y="5243513"/>
            <a:ext cx="4198620" cy="1188720"/>
          </a:xfrm>
        </p:spPr>
        <p:txBody>
          <a:bodyPr>
            <a:normAutofit fontScale="47500" lnSpcReduction="20000"/>
          </a:bodyPr>
          <a:lstStyle/>
          <a:p>
            <a:pPr algn="r"/>
            <a:r>
              <a:rPr lang="ru-RU" sz="3800" i="1" dirty="0">
                <a:latin typeface="ISOCPEUR" panose="020B0604020202020204" pitchFamily="34" charset="0"/>
              </a:rPr>
              <a:t>Руководитель проекта:</a:t>
            </a:r>
          </a:p>
          <a:p>
            <a:pPr algn="r"/>
            <a:r>
              <a:rPr lang="ru-RU" sz="3800" i="1" dirty="0">
                <a:latin typeface="ISOCPEUR" panose="020B0604020202020204" pitchFamily="34" charset="0"/>
              </a:rPr>
              <a:t>            Д.П. Егоров</a:t>
            </a:r>
          </a:p>
          <a:p>
            <a:pPr algn="r"/>
            <a:r>
              <a:rPr lang="ru-RU" sz="3800" i="1" dirty="0">
                <a:latin typeface="ISOCPEUR" panose="020B0604020202020204" pitchFamily="34" charset="0"/>
              </a:rPr>
              <a:t>Выполнил студент группы: ИСП-22            </a:t>
            </a:r>
            <a:r>
              <a:rPr lang="ru-RU" sz="3800" i="1" dirty="0" err="1">
                <a:latin typeface="ISOCPEUR" panose="020B0604020202020204" pitchFamily="34" charset="0"/>
              </a:rPr>
              <a:t>Э.А.Бородина</a:t>
            </a:r>
            <a:r>
              <a:rPr lang="ru-RU" sz="3800" i="1" dirty="0">
                <a:latin typeface="ISOCPEUR" panose="020B0604020202020204" pitchFamily="34" charset="0"/>
              </a:rPr>
              <a:t> 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A99AE-B055-48C6-98B9-EDDB250D4C21}"/>
              </a:ext>
            </a:extLst>
          </p:cNvPr>
          <p:cNvSpPr txBox="1"/>
          <p:nvPr/>
        </p:nvSpPr>
        <p:spPr>
          <a:xfrm>
            <a:off x="274320" y="388620"/>
            <a:ext cx="11445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i="1" dirty="0">
                <a:latin typeface="ISOCPEUR" panose="020B0604020202020204" pitchFamily="34" charset="0"/>
              </a:rPr>
              <a:t>МИНИСТЕРСТВО ОБРАЗОВАНИЯ И НАУКИ РЕСПУБЛИКИ КОМИ</a:t>
            </a:r>
            <a:endParaRPr lang="ru-RU" sz="2400" dirty="0">
              <a:latin typeface="ISOCPEUR" panose="020B0604020202020204" pitchFamily="34" charset="0"/>
            </a:endParaRPr>
          </a:p>
          <a:p>
            <a:pPr algn="ctr"/>
            <a:r>
              <a:rPr lang="ru-RU" sz="2400" i="1" dirty="0">
                <a:latin typeface="ISOCPEUR" panose="020B0604020202020204" pitchFamily="34" charset="0"/>
              </a:rPr>
              <a:t>ГОСУДАРСТВЕННОЕ ПРОФЕССИОНАЛЬНОЕ ОБРАЗОВАТЕЛЬНОЕ УЧРЕЖДЕНИЕ</a:t>
            </a:r>
            <a:endParaRPr lang="ru-RU" sz="2400" dirty="0">
              <a:latin typeface="ISOCPEUR" panose="020B0604020202020204" pitchFamily="34" charset="0"/>
            </a:endParaRPr>
          </a:p>
          <a:p>
            <a:pPr algn="ctr"/>
            <a:r>
              <a:rPr lang="ru-RU" sz="2400" i="1" dirty="0">
                <a:latin typeface="ISOCPEUR" panose="020B0604020202020204" pitchFamily="34" charset="0"/>
              </a:rPr>
              <a:t>"ВОРКУТИНСКИЙ АРКТИЧЕСКИЙ ГОРНО-ПОЛИТЕХНИЧЕСКИЙ КОЛЛЕДЖ"</a:t>
            </a:r>
            <a:endParaRPr lang="ru-RU" sz="2400" dirty="0">
              <a:latin typeface="ISOCPEUR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637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2483F3-7A2A-4CA5-9050-86648F50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93EC80-539F-42CF-B47E-E1E4527F8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работы: </a:t>
            </a: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базу данных для АИС «Отдел кадров».</a:t>
            </a: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Задачи: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выбрать инструментарий;</a:t>
            </a:r>
          </a:p>
          <a:p>
            <a:pPr marL="457200" lvl="1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спроектировать базу данных;</a:t>
            </a:r>
          </a:p>
          <a:p>
            <a:pPr marL="457200" lvl="1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базу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141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A1FB85-C1BD-4E1E-BA61-DD8FBEC8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8980" cy="1325563"/>
          </a:xfrm>
        </p:spPr>
        <p:txBody>
          <a:bodyPr>
            <a:normAutofit/>
          </a:bodyPr>
          <a:lstStyle/>
          <a:p>
            <a:r>
              <a:rPr lang="ru-RU" sz="3600" b="1" cap="all" dirty="0"/>
              <a:t>Выбор инструментария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47C686-7082-4135-9835-B64BC7F62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СУБД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 SERVER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Плюсы:реальном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времени.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удобство для демонстрации запросов, структуры базы и выполнения операций в - Кратко: показывает техническую часть и работу с данными.</a:t>
            </a:r>
          </a:p>
          <a:p>
            <a:pPr marL="0" indent="0">
              <a:buNone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23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2EDD4-33BB-4EFF-B373-ABD8820B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cap="all" dirty="0"/>
              <a:t>Анализ диаграммы </a:t>
            </a:r>
            <a:r>
              <a:rPr lang="en-US" sz="3600" b="1" cap="all" dirty="0"/>
              <a:t>ERD</a:t>
            </a:r>
            <a:endParaRPr lang="ru-RU" sz="3600" b="1" cap="all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DAB179-F321-45A6-93C3-8B445F87B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6768" cy="43185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данных — диаграмма показывает основные сущности, их атрибуты и взаимосвязи, что помогает понять архитектуру системы.</a:t>
            </a:r>
          </a:p>
          <a:p>
            <a:pPr marL="0" indent="0">
              <a:buNone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Взаимоотношения — выявляются типы связей (один-к-одному, один-ко-многим, многие-ко-многим),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важно для построения корректной базы данных.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Нормализация — анализ ERD позволяет определить избыточность данных и оптимизировать структуру для повышения эффективности.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 запросов — понимание связей и ключевых атрибутов облегчает написание запросов и улучшает производительность.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Документирование проекта — ERD служит наглядной схемой, упрощающей обсуждение и доработку базы данных с командой.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24F27FC-3623-4732-848F-94D9498D2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154" y="1400466"/>
            <a:ext cx="844337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66F71FB9-C633-4955-90D2-770148CF0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4524503"/>
              </p:ext>
            </p:extLst>
          </p:nvPr>
        </p:nvGraphicFramePr>
        <p:xfrm>
          <a:off x="7488154" y="1400467"/>
          <a:ext cx="4254667" cy="5092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Visio" r:id="rId3" imgW="8581881" imgH="10268018" progId="Visio.Drawing.15">
                  <p:embed/>
                </p:oleObj>
              </mc:Choice>
              <mc:Fallback>
                <p:oleObj name="Visio" r:id="rId3" imgW="8581881" imgH="10268018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8154" y="1400467"/>
                        <a:ext cx="4254667" cy="50924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077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7703D-F950-4479-910F-88E6F83A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cap="all" dirty="0"/>
              <a:t>Разработка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28A357-0FB8-4742-9710-7FF10A067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55695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Написание скрипта для создания таблиц и данных в них.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335FB5-BB5E-457A-BFB1-672453CE88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03958" y="1219200"/>
            <a:ext cx="3749842" cy="527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6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992BA-2655-4DD7-8B15-16E8CD9A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cap="all" dirty="0"/>
              <a:t>Разработка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EC1B37-8D77-4EA0-9C6A-3451627C2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108158" cy="4351338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Визуальный вид диаграммы из написанного скрипта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D22FA5-F12D-47EA-849B-1220492B3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747" y="1369250"/>
            <a:ext cx="7668695" cy="493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8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9D9F6A-754F-4B20-98AA-B6CDD9C5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BFB087-50B0-4F0A-8757-934690718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были выполнены все поставленные задачи и цель</a:t>
            </a:r>
          </a:p>
        </p:txBody>
      </p:sp>
    </p:spTree>
    <p:extLst>
      <p:ext uri="{BB962C8B-B14F-4D97-AF65-F5344CB8AC3E}">
        <p14:creationId xmlns:p14="http://schemas.microsoft.com/office/powerpoint/2010/main" val="192468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9F0F7-9E58-45B0-BCE5-F41070EC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Готовый проект</a:t>
            </a: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AA62C173-D54B-4124-BCEB-431B5202A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092001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BBEA2-6B1C-4851-8A1B-BAFAC4773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774316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237</Words>
  <Application>Microsoft Office PowerPoint</Application>
  <PresentationFormat>Широкоэкранный</PresentationFormat>
  <Paragraphs>32</Paragraphs>
  <Slides>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ISOCPEUR</vt:lpstr>
      <vt:lpstr>Times New Roman</vt:lpstr>
      <vt:lpstr>Тема Office</vt:lpstr>
      <vt:lpstr>Документ Microsoft Visio</vt:lpstr>
      <vt:lpstr>КУРСОВОЙ ПРОЕКТ Разработка базы данных «Турфирма»</vt:lpstr>
      <vt:lpstr>ЦЕЛЬ И ЗАДАЧИ</vt:lpstr>
      <vt:lpstr>Выбор инструментария</vt:lpstr>
      <vt:lpstr>Анализ диаграммы ERD</vt:lpstr>
      <vt:lpstr>Разработка базы данных</vt:lpstr>
      <vt:lpstr>Разработка базы данных</vt:lpstr>
      <vt:lpstr>ЗАКЛЮЧЕНИЕ</vt:lpstr>
      <vt:lpstr>Готовый проект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«Разработка информационной системы НАЗВАНИЕ».</dc:title>
  <dc:creator>РС-1</dc:creator>
  <cp:lastModifiedBy>Эмили Фрес</cp:lastModifiedBy>
  <cp:revision>9</cp:revision>
  <dcterms:created xsi:type="dcterms:W3CDTF">2021-04-30T05:44:13Z</dcterms:created>
  <dcterms:modified xsi:type="dcterms:W3CDTF">2025-12-11T07:07:24Z</dcterms:modified>
</cp:coreProperties>
</file>